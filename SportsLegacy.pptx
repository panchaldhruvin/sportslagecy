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 Medium" panose="020F0502020204030204" pitchFamily="2" charset="0"/>
      <p:regular r:id="rId13"/>
    </p:embeddedFont>
  </p:embeddedFontLst>
  <p:defaultTextStyle>
    <a:defPPr>
      <a:defRPr lang="en-A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05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2600206"/>
            <a:ext cx="4895374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SportsLegacy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67462" y="3542586"/>
            <a:ext cx="7381875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web-based platform that connects students, athletes, and sports enthusiasts with the world of sports — exploring equipment versatility, discovering new games, and building a deeper understanding of how a single piece of gear can unlock multiple sporting experiences.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67462" y="5207675"/>
            <a:ext cx="2380655" cy="414099"/>
          </a:xfrm>
          <a:prstGeom prst="roundRect">
            <a:avLst>
              <a:gd name="adj" fmla="val 63838"/>
            </a:avLst>
          </a:prstGeom>
          <a:solidFill>
            <a:srgbClr val="4D4000"/>
          </a:solidFill>
          <a:ln/>
        </p:spPr>
      </p:sp>
      <p:sp>
        <p:nvSpPr>
          <p:cNvPr id="6" name="Text 3"/>
          <p:cNvSpPr/>
          <p:nvPr/>
        </p:nvSpPr>
        <p:spPr>
          <a:xfrm>
            <a:off x="6499622" y="5273754"/>
            <a:ext cx="211633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PROJECT PRESENTATION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858250" y="5200055"/>
            <a:ext cx="3997881" cy="429339"/>
          </a:xfrm>
          <a:prstGeom prst="roundRect">
            <a:avLst>
              <a:gd name="adj" fmla="val 61572"/>
            </a:avLst>
          </a:prstGeom>
          <a:noFill/>
          <a:ln w="7620">
            <a:solidFill>
              <a:srgbClr val="FFE1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98029" y="5273754"/>
            <a:ext cx="3718322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DHRUVIN PANCHAL &amp; VANKAR PRUTHVIRAJ</a:t>
            </a:r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B2AF9-7CAE-549B-EBBB-4B39D9D23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648295"/>
            <a:ext cx="5827633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What Is SportsLegacy?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22471" y="1590675"/>
            <a:ext cx="7152799" cy="5990630"/>
          </a:xfrm>
          <a:prstGeom prst="roundRect">
            <a:avLst>
              <a:gd name="adj" fmla="val 8826"/>
            </a:avLst>
          </a:prstGeom>
          <a:solidFill>
            <a:srgbClr val="FCEC99"/>
          </a:solidFill>
          <a:ln/>
        </p:spPr>
      </p:sp>
      <p:sp>
        <p:nvSpPr>
          <p:cNvPr id="4" name="Text 2"/>
          <p:cNvSpPr/>
          <p:nvPr/>
        </p:nvSpPr>
        <p:spPr>
          <a:xfrm>
            <a:off x="942737" y="181094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Definition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42737" y="2337197"/>
            <a:ext cx="6712268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SportsLegacy is a </a:t>
            </a:r>
            <a:r>
              <a:rPr lang="en-US" sz="1700" b="1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web-based information platform</a:t>
            </a:r>
            <a:r>
              <a:rPr lang="en-US" sz="17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designed to collect, organize, and present comprehensive data about a wide variety of sports and the equipment associated with them. Built for accessibility across all devices — desktops, tablets, and mobile phones — no app installation is required.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42737" y="4297561"/>
            <a:ext cx="6712268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platform empowers users to explore the world of sports in a smarter, more connected way, bridging the gap between equipment knowledge and game discovery.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747" y="1838444"/>
            <a:ext cx="5495092" cy="5495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999A16-69A8-E3B3-B66C-8D5D4E1D7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1864638"/>
            <a:ext cx="7381875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Core Idea: Equipment Versatility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67462" y="3418999"/>
            <a:ext cx="7381875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most unique feature of SportsLegacy is its ability to identify a </a:t>
            </a:r>
            <a:r>
              <a:rPr lang="en-US" sz="17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single piece of sports equipment</a:t>
            </a: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suggest all the sports and games it can be used for — unlocking possibilities users may never have considered.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67462" y="5076468"/>
            <a:ext cx="7381875" cy="1288494"/>
          </a:xfrm>
          <a:prstGeom prst="roundRect">
            <a:avLst>
              <a:gd name="adj" fmla="val 25646"/>
            </a:avLst>
          </a:prstGeom>
          <a:solidFill>
            <a:srgbClr val="4D4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28" y="5410438"/>
            <a:ext cx="275273" cy="220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83266" y="5351740"/>
            <a:ext cx="644580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🏈</a:t>
            </a:r>
            <a:r>
              <a:rPr lang="en-US" sz="1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Example:</a:t>
            </a:r>
            <a:r>
              <a:rPr lang="en-US" sz="1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 football can be used in </a:t>
            </a:r>
            <a:r>
              <a:rPr lang="en-US" sz="17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Football</a:t>
            </a:r>
            <a:r>
              <a:rPr lang="en-US" sz="1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</a:t>
            </a:r>
            <a:r>
              <a:rPr lang="en-US" sz="17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Handball</a:t>
            </a:r>
            <a:r>
              <a:rPr lang="en-US" sz="1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and </a:t>
            </a:r>
            <a:r>
              <a:rPr lang="en-US" sz="17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Futsal</a:t>
            </a:r>
            <a:r>
              <a:rPr lang="en-US" sz="1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SportsLegacy maps these connections instantly.</a:t>
            </a:r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4237B-0F92-5338-4DFA-CDF0DF01E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661392"/>
            <a:ext cx="7192685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Features of the Platform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81063" y="1713905"/>
            <a:ext cx="6324005" cy="2817019"/>
          </a:xfrm>
          <a:prstGeom prst="roundRect">
            <a:avLst>
              <a:gd name="adj" fmla="val 11730"/>
            </a:avLst>
          </a:prstGeom>
          <a:solidFill>
            <a:srgbClr val="46464A"/>
          </a:solidFill>
          <a:ln/>
        </p:spPr>
      </p:sp>
      <p:sp>
        <p:nvSpPr>
          <p:cNvPr id="4" name="Shape 2"/>
          <p:cNvSpPr/>
          <p:nvPr/>
        </p:nvSpPr>
        <p:spPr>
          <a:xfrm>
            <a:off x="1101328" y="1934170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FFE14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018" y="2115860"/>
            <a:ext cx="297299" cy="297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1328" y="2815233"/>
            <a:ext cx="2557582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Equipment Explorer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01328" y="3253383"/>
            <a:ext cx="588347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Search any sports item and discover all the games it can be played with, along with usage guidelines and specifications.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5333" y="1713905"/>
            <a:ext cx="6324005" cy="2817019"/>
          </a:xfrm>
          <a:prstGeom prst="roundRect">
            <a:avLst>
              <a:gd name="adj" fmla="val 11730"/>
            </a:avLst>
          </a:pr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7645598" y="1934170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FFE14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7288" y="2115860"/>
            <a:ext cx="297299" cy="297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5598" y="2815233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Sports Directory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645598" y="3253383"/>
            <a:ext cx="588347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Browse a curated database of sports categories, rules, and required equipment organized by type and popularity.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81063" y="4751189"/>
            <a:ext cx="6324005" cy="2817019"/>
          </a:xfrm>
          <a:prstGeom prst="roundRect">
            <a:avLst>
              <a:gd name="adj" fmla="val 11730"/>
            </a:avLst>
          </a:prstGeom>
          <a:solidFill>
            <a:srgbClr val="46464A"/>
          </a:solidFill>
          <a:ln/>
        </p:spPr>
      </p:sp>
      <p:sp>
        <p:nvSpPr>
          <p:cNvPr id="14" name="Shape 10"/>
          <p:cNvSpPr/>
          <p:nvPr/>
        </p:nvSpPr>
        <p:spPr>
          <a:xfrm>
            <a:off x="1101328" y="4971455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FFE14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018" y="5153144"/>
            <a:ext cx="297299" cy="297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1328" y="585251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Smart Suggestions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101328" y="6290667"/>
            <a:ext cx="588347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Receive intelligent recommendations linking one piece of equipment to multiple compatible sports and activities.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5333" y="4751189"/>
            <a:ext cx="6324005" cy="2817019"/>
          </a:xfrm>
          <a:prstGeom prst="roundRect">
            <a:avLst>
              <a:gd name="adj" fmla="val 11730"/>
            </a:avLst>
          </a:prstGeom>
          <a:solidFill>
            <a:srgbClr val="4646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645598" y="4971455"/>
            <a:ext cx="660797" cy="660797"/>
          </a:xfrm>
          <a:prstGeom prst="roundRect">
            <a:avLst>
              <a:gd name="adj" fmla="val 13836451"/>
            </a:avLst>
          </a:prstGeom>
          <a:solidFill>
            <a:srgbClr val="FFE14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7288" y="5153144"/>
            <a:ext cx="297299" cy="297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5598" y="5852517"/>
            <a:ext cx="262199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Cross-Device Access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7645598" y="6290667"/>
            <a:ext cx="588347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Fully responsive design ensures seamless browsing on desktops, tablets, and mobile phones without any installation.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984078-370B-7782-9E7D-E86CDCDFB1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2236520" y="7577398"/>
            <a:ext cx="2393879" cy="6522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348264"/>
            <a:ext cx="4895374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How It Works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2400776"/>
            <a:ext cx="12868275" cy="3527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2312" y="3675604"/>
            <a:ext cx="1944577" cy="30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Visit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432312" y="4084134"/>
            <a:ext cx="1944577" cy="83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Open SportsLegacy on any device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056804" y="3811781"/>
            <a:ext cx="1944577" cy="30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Search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056804" y="4220310"/>
            <a:ext cx="1944577" cy="55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Search or browse equipment listings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730815" y="3675604"/>
            <a:ext cx="1944578" cy="30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30815" y="4084134"/>
            <a:ext cx="1944578" cy="55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Platform finds all compatible sports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80067" y="3533238"/>
            <a:ext cx="1944577" cy="30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Explore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380067" y="3941767"/>
            <a:ext cx="1944577" cy="83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View sport details and equipment use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81063" y="6176486"/>
            <a:ext cx="128682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platform's smart mapping engine connects equipment to sports seamlessly — turning a simple search into a full discovery experience. Users go from curiosity to comprehensive knowledge in just a few clicks.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C5D659-1B4D-13E9-EEB1-6ABDB8581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614845"/>
            <a:ext cx="6648926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Who Is SportsLegacy For?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2667357"/>
            <a:ext cx="2381369" cy="14717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063" y="441436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Students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81063" y="4852511"/>
            <a:ext cx="410587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Physical education students and sports science learners can use SportsLegacy as a reference tool to understand equipment rules, sport categories, and cross-sport applications.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205" y="2667357"/>
            <a:ext cx="2381369" cy="14717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2205" y="441436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Athletes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262205" y="4852511"/>
            <a:ext cx="410587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Active players and competitive athletes can discover new sports that leverage their existing equipment and skills, broadening their training and competitive opportunities.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348" y="2667357"/>
            <a:ext cx="2381369" cy="14717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3348" y="4414361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Sports Enthusiasts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43348" y="4852511"/>
            <a:ext cx="4105989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Fans and hobbyists who love sports culture can explore the rich connections between equipment and games, deepening their appreciation for athletic diversity worldwide.</a:t>
            </a:r>
            <a:endParaRPr lang="en-US" sz="1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7AEB32-D209-39BF-BD1B-A32CE1218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983933"/>
            <a:ext cx="6513909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Platform Accessibility &amp; Reach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881063" y="1901785"/>
            <a:ext cx="2639854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No Installation Required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1063" y="2320766"/>
            <a:ext cx="6205776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SportsLegacy runs entirely through a </a:t>
            </a:r>
            <a:r>
              <a:rPr lang="en-US" sz="14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web browser</a:t>
            </a: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making it instantly accessible to anyone with an internet connection. There is no need to download an app or install software — simply open a browser and start exploring.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81063" y="3572708"/>
            <a:ext cx="6205776" cy="1275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Compatible with all modern web browsers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Optimized for desktops, tablets, and smartphones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Responsive layout adapts to any screen size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Lightweight and fast-loading for low-bandwidth environments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16403" y="1742718"/>
            <a:ext cx="6475333" cy="5502831"/>
          </a:xfrm>
          <a:prstGeom prst="roundRect">
            <a:avLst>
              <a:gd name="adj" fmla="val 8167"/>
            </a:avLst>
          </a:prstGeom>
          <a:solidFill>
            <a:srgbClr val="FCEC99"/>
          </a:solidFill>
          <a:ln/>
        </p:spPr>
      </p:sp>
      <p:sp>
        <p:nvSpPr>
          <p:cNvPr id="7" name="Text 5"/>
          <p:cNvSpPr/>
          <p:nvPr/>
        </p:nvSpPr>
        <p:spPr>
          <a:xfrm>
            <a:off x="7603569" y="1901785"/>
            <a:ext cx="2231231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Device Compatibility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3569" y="2340650"/>
            <a:ext cx="468035" cy="4680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03569" y="3007638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Desktop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03569" y="3426619"/>
            <a:ext cx="610100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Full browsing experience with rich visuals and detailed data views.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3569" y="4022050"/>
            <a:ext cx="468035" cy="468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3569" y="4689038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Tablet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03569" y="5108019"/>
            <a:ext cx="610100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Touch-friendly interface with adaptive layouts for mid-size screens.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3569" y="5703451"/>
            <a:ext cx="468035" cy="4680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3569" y="6370439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Mobile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603569" y="6789420"/>
            <a:ext cx="610100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Streamlined mobile view for quick lookups on the go.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2F0977-6E9F-25D8-BAF7-EB0507D90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834628"/>
            <a:ext cx="7200067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Collection &amp; Organization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367462" y="1652945"/>
            <a:ext cx="7381875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At its core, SportsLegacy is a </a:t>
            </a:r>
            <a:r>
              <a:rPr lang="en-US" sz="15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structured knowledge platform</a:t>
            </a: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 The system collects, curates, and organizes sports data into an interconnected database that powers its unique equipment-to-sport matching capability.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67462" y="2757368"/>
            <a:ext cx="7381875" cy="1426964"/>
          </a:xfrm>
          <a:prstGeom prst="roundRect">
            <a:avLst>
              <a:gd name="adj" fmla="val 7690"/>
            </a:avLst>
          </a:prstGeom>
          <a:solidFill>
            <a:srgbClr val="27272B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44603" y="2757368"/>
            <a:ext cx="91440" cy="1426964"/>
          </a:xfrm>
          <a:prstGeom prst="roundRect">
            <a:avLst>
              <a:gd name="adj" fmla="val 325239"/>
            </a:avLst>
          </a:prstGeom>
          <a:solidFill>
            <a:srgbClr val="FFE14D"/>
          </a:solidFill>
          <a:ln/>
        </p:spPr>
      </p:sp>
      <p:sp>
        <p:nvSpPr>
          <p:cNvPr id="7" name="Text 4"/>
          <p:cNvSpPr/>
          <p:nvPr/>
        </p:nvSpPr>
        <p:spPr>
          <a:xfrm>
            <a:off x="6657142" y="297846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Sports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57142" y="3360777"/>
            <a:ext cx="6871097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Comprehensive profiles for each sport — including rules, player counts, required equipment, field dimensions, and governing bodies.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367462" y="4362688"/>
            <a:ext cx="7381875" cy="1426964"/>
          </a:xfrm>
          <a:prstGeom prst="roundRect">
            <a:avLst>
              <a:gd name="adj" fmla="val 7690"/>
            </a:avLst>
          </a:prstGeom>
          <a:solidFill>
            <a:srgbClr val="27272B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44603" y="4362688"/>
            <a:ext cx="91440" cy="1426964"/>
          </a:xfrm>
          <a:prstGeom prst="roundRect">
            <a:avLst>
              <a:gd name="adj" fmla="val 325239"/>
            </a:avLst>
          </a:prstGeom>
          <a:solidFill>
            <a:srgbClr val="FFE14D"/>
          </a:solidFill>
          <a:ln/>
        </p:spPr>
      </p:sp>
      <p:sp>
        <p:nvSpPr>
          <p:cNvPr id="11" name="Text 8"/>
          <p:cNvSpPr/>
          <p:nvPr/>
        </p:nvSpPr>
        <p:spPr>
          <a:xfrm>
            <a:off x="6657142" y="4583787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Equipment Data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57142" y="4966097"/>
            <a:ext cx="6871097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Detailed entries for each equipment item — material, size standards, usage guidelines, and the full list of sports where it is used.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367462" y="5968008"/>
            <a:ext cx="7381875" cy="1426964"/>
          </a:xfrm>
          <a:prstGeom prst="roundRect">
            <a:avLst>
              <a:gd name="adj" fmla="val 7690"/>
            </a:avLst>
          </a:prstGeom>
          <a:solidFill>
            <a:srgbClr val="27272B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44603" y="5968008"/>
            <a:ext cx="91440" cy="1426964"/>
          </a:xfrm>
          <a:prstGeom prst="roundRect">
            <a:avLst>
              <a:gd name="adj" fmla="val 325239"/>
            </a:avLst>
          </a:prstGeom>
          <a:solidFill>
            <a:srgbClr val="FFE14D"/>
          </a:solidFill>
          <a:ln/>
        </p:spPr>
      </p:sp>
      <p:sp>
        <p:nvSpPr>
          <p:cNvPr id="15" name="Text 12"/>
          <p:cNvSpPr/>
          <p:nvPr/>
        </p:nvSpPr>
        <p:spPr>
          <a:xfrm>
            <a:off x="6657142" y="6189107"/>
            <a:ext cx="253400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Relationship Mapping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57142" y="6571417"/>
            <a:ext cx="6871097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 intelligent linkage system that connects equipment to multiple sports, enabling the platform's signature multi-sport suggestion feature.</a:t>
            </a:r>
            <a:endParaRPr lang="en-US" sz="15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00DF4A-FF93-F256-A41F-6CEBFAEC2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3396" y="7394972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2144197"/>
            <a:ext cx="4895374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Meet the Team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81063" y="3196709"/>
            <a:ext cx="6324005" cy="1935956"/>
          </a:xfrm>
          <a:prstGeom prst="roundRect">
            <a:avLst>
              <a:gd name="adj" fmla="val 17069"/>
            </a:avLst>
          </a:prstGeom>
          <a:solidFill>
            <a:srgbClr val="46464A"/>
          </a:solidFill>
          <a:ln/>
        </p:spPr>
      </p:sp>
      <p:sp>
        <p:nvSpPr>
          <p:cNvPr id="4" name="Text 2"/>
          <p:cNvSpPr/>
          <p:nvPr/>
        </p:nvSpPr>
        <p:spPr>
          <a:xfrm>
            <a:off x="1101328" y="3416975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Dhruvin Panchal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1328" y="3855125"/>
            <a:ext cx="588347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Co-developer and project lead contributing to the design, data architecture, and development of the SportsLegacy platform.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5333" y="3196709"/>
            <a:ext cx="6324005" cy="1935956"/>
          </a:xfrm>
          <a:prstGeom prst="roundRect">
            <a:avLst>
              <a:gd name="adj" fmla="val 17069"/>
            </a:avLst>
          </a:prstGeom>
          <a:solidFill>
            <a:srgbClr val="46464A"/>
          </a:solidFill>
          <a:ln/>
        </p:spPr>
      </p:sp>
      <p:sp>
        <p:nvSpPr>
          <p:cNvPr id="7" name="Text 5"/>
          <p:cNvSpPr/>
          <p:nvPr/>
        </p:nvSpPr>
        <p:spPr>
          <a:xfrm>
            <a:off x="7645598" y="3416975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Vankar Pruthviraj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45598" y="3855125"/>
            <a:ext cx="588347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Co-developer responsible for platform development, content organization, and ensuring a seamless user experience across all devices.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1063" y="5380434"/>
            <a:ext cx="128682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Together, this team is building SportsLegacy with a shared vision: to make sports knowledge more accessible, interconnected, and inspiring for everyone — from first-time learners to seasoned athletes.</a:t>
            </a:r>
            <a:endParaRPr lang="en-US" sz="1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33E1F5-6AD0-9721-EC51-F789CF76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716637"/>
            <a:ext cx="6373416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SportsLegacy Vision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697861" y="1906786"/>
            <a:ext cx="705147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One piece of equipment. Endless possibilities. SportsLegacy connects the dots between what you have and what you can play.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67462" y="1659017"/>
            <a:ext cx="30480" cy="12003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Shape 3"/>
          <p:cNvSpPr/>
          <p:nvPr/>
        </p:nvSpPr>
        <p:spPr>
          <a:xfrm>
            <a:off x="6367462" y="3107174"/>
            <a:ext cx="881063" cy="1321713"/>
          </a:xfrm>
          <a:prstGeom prst="roundRect">
            <a:avLst>
              <a:gd name="adj" fmla="val 360049"/>
            </a:avLst>
          </a:prstGeom>
          <a:solidFill>
            <a:srgbClr val="46464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2735" y="3602831"/>
            <a:ext cx="330398" cy="3303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8791" y="3327440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Web-Based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468791" y="3765590"/>
            <a:ext cx="628054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Accessible anywhere, anytime, on any device.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367462" y="4649153"/>
            <a:ext cx="881063" cy="1321713"/>
          </a:xfrm>
          <a:prstGeom prst="roundRect">
            <a:avLst>
              <a:gd name="adj" fmla="val 360049"/>
            </a:avLst>
          </a:prstGeom>
          <a:solidFill>
            <a:srgbClr val="46464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2735" y="5144810"/>
            <a:ext cx="330398" cy="3303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68791" y="486941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Discovery-Driven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468791" y="5307568"/>
            <a:ext cx="628054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Empowering users to find new sports through familiar gear.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367462" y="6191131"/>
            <a:ext cx="881063" cy="1321713"/>
          </a:xfrm>
          <a:prstGeom prst="roundRect">
            <a:avLst>
              <a:gd name="adj" fmla="val 360049"/>
            </a:avLst>
          </a:prstGeom>
          <a:solidFill>
            <a:srgbClr val="46464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2735" y="6686788"/>
            <a:ext cx="330398" cy="3303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68791" y="6411397"/>
            <a:ext cx="2621756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Community-Focused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7468791" y="6849547"/>
            <a:ext cx="628054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Built for students, athletes, and enthusiasts worldwide.</a:t>
            </a:r>
            <a:endParaRPr lang="en-US" sz="1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07AABB-FB74-F636-E47C-5AE2038A1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3396" y="7391283"/>
            <a:ext cx="3077004" cy="838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798</Words>
  <Application>Microsoft Office PowerPoint</Application>
  <PresentationFormat>Custom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Comfortaa Bold</vt:lpstr>
      <vt:lpstr>Raleway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DHRUVIN PANCHAL</cp:lastModifiedBy>
  <cp:revision>2</cp:revision>
  <dcterms:created xsi:type="dcterms:W3CDTF">2026-04-01T03:19:39Z</dcterms:created>
  <dcterms:modified xsi:type="dcterms:W3CDTF">2026-04-01T03:26:03Z</dcterms:modified>
</cp:coreProperties>
</file>